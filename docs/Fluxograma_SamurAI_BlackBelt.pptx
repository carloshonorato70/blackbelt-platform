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4320" y="274320"/>
            <a:ext cx="11640312" cy="109728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</a:rPr>
              <a:t>SamurAI - Fluxo Completo NR-01</a:t>
            </a:r>
          </a:p>
          <a:p>
            <a:pPr algn="ctr"/>
            <a:r>
              <a:rPr sz="1600">
                <a:solidFill>
                  <a:srgbClr val="BED0FE"/>
                </a:solidFill>
              </a:rPr>
              <a:t>Black Belt Consultoria | Gestao de Riscos Psicossociais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645920"/>
            <a:ext cx="2011680" cy="77724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1. Inserir CNPJ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Consultor digita CNPJ
+ funcionarios + email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286000" y="19431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14600" y="1645920"/>
            <a:ext cx="2011680" cy="77724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2. Consulta Receita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Busca automatica
na Receita Federal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526280" y="19431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54880" y="1645920"/>
            <a:ext cx="2011680" cy="77724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3. Cadastro Empresa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Cria tenant + checklist
NR-01 automatico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766560" y="19431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95160" y="1645920"/>
            <a:ext cx="2011680" cy="777240"/>
          </a:xfrm>
          <a:prstGeom prst="roundRect">
            <a:avLst/>
          </a:prstGeom>
          <a:solidFill>
            <a:srgbClr val="FFF7ED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4. Pre-Proposta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Gera estimativa com
base no porte/setor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06840" y="19431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35440" y="1645920"/>
            <a:ext cx="2011680" cy="777240"/>
          </a:xfrm>
          <a:prstGeom prst="roundRect">
            <a:avLst/>
          </a:prstGeom>
          <a:solidFill>
            <a:srgbClr val="FFF7ED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5. Editar Proposta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Modal visual para
ajustar valores/itens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149840" y="2423160"/>
            <a:ext cx="182880" cy="1371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560320"/>
            <a:ext cx="2011680" cy="77724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10. Enviar COPSOQ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Dispara questionarios
por email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86000" y="28575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14600" y="2560320"/>
            <a:ext cx="2011680" cy="77724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9. Cadastrar Pessoas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Empresa cadastra setores
e colaboradores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26280" y="28575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0" y="2560320"/>
            <a:ext cx="2011680" cy="77724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8. Criar Conta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Auto-cria usuario +
envia credenciais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66560" y="28575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95160" y="2560320"/>
            <a:ext cx="2011680" cy="77724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7. Aprovacao Email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Empresa clica Aprovar
no email recebido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006840" y="28575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2560320"/>
            <a:ext cx="2011680" cy="77724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6. Enviar por Email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Email com proposta
+ botoes Aprovar/Recusar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1188720" y="3337560"/>
            <a:ext cx="182880" cy="1371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2011680" cy="77724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11. Respostas COPSOQ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Colaboradores respondem
(anonimo, 7 dias)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2286000" y="37719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14600" y="3474720"/>
            <a:ext cx="2011680" cy="77724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12. Gerar Relatorio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Analise automatica
dos resultados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526280" y="37719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0" y="3474720"/>
            <a:ext cx="2011680" cy="77724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13. Inventario Riscos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Mapeamento completo
de riscos psicossociais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766560" y="37719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995160" y="3474720"/>
            <a:ext cx="2011680" cy="77724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14. Plano de Acao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Acoes corretivas com
prazos e responsaveis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006840" y="3771900"/>
            <a:ext cx="228600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235440" y="3474720"/>
            <a:ext cx="2011680" cy="77724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15. Proposta Final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Proposta definitiva com
valores reais do servico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10149840" y="4251960"/>
            <a:ext cx="182880" cy="137160"/>
          </a:xfrm>
          <a:prstGeom prst="down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35440" y="4389120"/>
            <a:ext cx="2011680" cy="77724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18. Entrega Final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7 PDFs entregues:
Proposta, COPSOQ, etc.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95160" y="4389120"/>
            <a:ext cx="2011680" cy="77724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17. Liberar PDFs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Todos os documentos
liberados para download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0" y="4389120"/>
            <a:ext cx="2011680" cy="77724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00" b="1">
                <a:solidFill>
                  <a:srgbClr val="1F2937"/>
                </a:solidFill>
              </a:rPr>
              <a:t>16. Aprovar + Pagar</a:t>
            </a:r>
          </a:p>
          <a:p>
            <a:pPr algn="l"/>
            <a:r>
              <a:rPr sz="700">
                <a:solidFill>
                  <a:srgbClr val="6B7280"/>
                </a:solidFill>
              </a:rPr>
              <a:t>Empresa aprova proposta
final e paga parcelas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" y="5349240"/>
            <a:ext cx="11640312" cy="731520"/>
          </a:xfrm>
          <a:prstGeom prst="roundRect">
            <a:avLst/>
          </a:prstGeom>
          <a:solidFill>
            <a:srgbClr val="F3F4F6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2937"/>
                </a:solidFill>
              </a:rPr>
              <a:t>Documentos Entregues (7 PDFs)</a:t>
            </a:r>
          </a:p>
          <a:p>
            <a:pPr algn="ctr"/>
            <a:r>
              <a:rPr sz="900">
                <a:solidFill>
                  <a:srgbClr val="6B7280"/>
                </a:solidFill>
              </a:rPr>
              <a:t>Proposta Comercial | Relatorio COPSOQ-II | Inventario de Riscos | Plano de Acao | Programa de Treinamento | Checklist de Conformidade | Certificado NR-01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4320" y="6217920"/>
            <a:ext cx="11640312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1E40AF"/>
                </a:solidFill>
              </a:rPr>
              <a:t>  ● Consultoria  </a:t>
            </a:r>
            <a:r>
              <a:rPr sz="900">
                <a:solidFill>
                  <a:srgbClr val="16A34A"/>
                </a:solidFill>
              </a:rPr>
              <a:t>  ● Aprovacao/Envio  </a:t>
            </a:r>
            <a:r>
              <a:rPr sz="900">
                <a:solidFill>
                  <a:srgbClr val="EA580C"/>
                </a:solidFill>
              </a:rPr>
              <a:t>  ● Proposta  </a:t>
            </a:r>
            <a:r>
              <a:rPr sz="900">
                <a:solidFill>
                  <a:srgbClr val="7C3AED"/>
                </a:solidFill>
              </a:rPr>
              <a:t>  ● Empresa  </a:t>
            </a:r>
            <a:r>
              <a:rPr sz="900">
                <a:solidFill>
                  <a:srgbClr val="DC2626"/>
                </a:solidFill>
              </a:rPr>
              <a:t>  ● COPSOQ-II  </a:t>
            </a:r>
            <a:r>
              <a:rPr sz="900">
                <a:solidFill>
                  <a:srgbClr val="D97706"/>
                </a:solidFill>
              </a:rPr>
              <a:t>  ● Analise NR-01 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92240"/>
            <a:ext cx="1164031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</a:rPr>
              <a:t>Black Belt Consultoria SST | contato@blackbeltconsultoria.com | blackbeltconsultoria.com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