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8A55A"/>
                </a:solidFill>
              </a:defRPr>
            </a:pPr>
            <a:r>
              <a:t>SamurAI — Fluxo Completo NR-01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99999"/>
                </a:solidFill>
              </a:defRPr>
            </a:pPr>
            <a:r>
              <a:t>Black Belt Consultoria | Modelo Hibrido: Mensalidade + Convites COPSOQ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1691640" cy="1280160"/>
          </a:xfrm>
          <a:prstGeom prst="roundRect">
            <a:avLst/>
          </a:prstGeom>
          <a:solidFill>
            <a:srgbClr val="C8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Inserir CNPJ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CNPJ + funcionarios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+ email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48840" y="914400"/>
            <a:ext cx="1691640" cy="1280160"/>
          </a:xfrm>
          <a:prstGeom prst="roundRect">
            <a:avLst/>
          </a:prstGeom>
          <a:solidFill>
            <a:srgbClr val="C8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Consulta Receita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Busca automatica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Receita Federal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914400"/>
            <a:ext cx="1691640" cy="1280160"/>
          </a:xfrm>
          <a:prstGeom prst="roundRect">
            <a:avLst/>
          </a:prstGeom>
          <a:solidFill>
            <a:srgbClr val="C8A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Cadastro Empresa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Cria tenant + checklist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NR-01 automatico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914400"/>
            <a:ext cx="1691640" cy="128016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Pre-Proposta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Gera estimativa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porte/setor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914400"/>
            <a:ext cx="1691640" cy="128016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Editar Proposta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Modal visual para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ajustar valores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914400"/>
            <a:ext cx="1691640" cy="12801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Enviar por Email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Email + botoes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Aprovar/Recusar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2560320"/>
            <a:ext cx="1691640" cy="12801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7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Aprovacao Email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Empresa aprova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pelo email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560320"/>
            <a:ext cx="1691640" cy="12801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8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Criar Conta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Auto-cria usuario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+ credenciais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2560320"/>
            <a:ext cx="1691640" cy="12801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9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Cadastrar Pessoas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Empresa cadastra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setores/colaboradores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560320"/>
            <a:ext cx="1691640" cy="12801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10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Verificar Billing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Verifica excedentes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PIX/Cartao/Creditos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2560320"/>
            <a:ext cx="1691640" cy="128016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11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Enviar COPSOQ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Dispara questionarios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por email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2560320"/>
            <a:ext cx="1691640" cy="128016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12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Respostas COPSOQ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Colaboradores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respondem (7 dias)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206240"/>
            <a:ext cx="1691640" cy="128016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13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Gerar Relatorio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Analise automatica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resultados COPSOQ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8840" y="4206240"/>
            <a:ext cx="1691640" cy="12801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14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Inventario Riscos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Mapeamento riscos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psicossociais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4206240"/>
            <a:ext cx="1691640" cy="12801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15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Plano de Acao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Acoes corretivas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prazos/responsaveis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4206240"/>
            <a:ext cx="1691640" cy="128016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16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Proposta Final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Proposta definitiva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valores reais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206240"/>
            <a:ext cx="1691640" cy="12801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17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Aprovar + Pagar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Aprovacao + parcelas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40/30/30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4206240"/>
            <a:ext cx="1691640" cy="12801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18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Liberar PDFs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Docs liberados apos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pagamento 100%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5669280"/>
            <a:ext cx="11612880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Documentos Entregues (7 PDFs): Proposta Comercial | Relatorio COPSOQ-II | Inventario de Riscos | Plano de Acao | Programa de Treinamento | Checklist de Conformidade | Certificado NR-01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66666"/>
                </a:solidFill>
              </a:defRPr>
            </a:pPr>
            <a:r>
              <a:t>Black Belt Consultoria SST | contato@blackbeltconsultoria.com | blackbeltconsultoria.com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