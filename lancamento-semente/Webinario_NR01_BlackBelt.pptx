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BELT CONSULTORIA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2860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Automatize a Conformidade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NR-01 com IA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CNPJ ao certificado em minutos, nao meses.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Honorato  |  Psicologo e Especialista SST  |  Fundador Black Belt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1371600"/>
            <a:ext cx="2011680" cy="2011680"/>
          </a:xfrm>
          <a:prstGeom prst="rect">
            <a:avLst/>
          </a:prstGeom>
          <a:solidFill>
            <a:srgbClr val="C9A84C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7373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SamurAI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voce vai descobrir hoje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Automatize a NR-01 em minutos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 atenda 10x mais empresas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 Inteligencia Artificial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768096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383280"/>
            <a:ext cx="1828800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erro que trava sua consultoria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planilhas nao escalam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3383280"/>
            <a:ext cx="1828800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8036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10 fases automatizadas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CNPJ ao certificado com 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3383280"/>
            <a:ext cx="1828800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ao vivo do SamurAI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Veja acontecendo na sua frente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3383280"/>
            <a:ext cx="1828800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429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3840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escalar 10x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contratar equipe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Voce se identifica?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64008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perdidas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manual, planilhas e documentos que ninguem 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28016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280160"/>
            <a:ext cx="64008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417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humanos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1828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Calculos incorretos e relatorios inconsistentes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280160"/>
            <a:ext cx="64008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17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estourados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controle de vencimentos e reavaliacoes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971800"/>
            <a:ext cx="64008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escala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Maximo 3-4 empresas por mes, sozinho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297180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2971800"/>
            <a:ext cx="64008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Cobrando pouco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0" y="3520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imenso sem ferramenta profissional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71800"/>
            <a:ext cx="2514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971800"/>
            <a:ext cx="64008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108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Ficando pra tras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520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Colegas usando tecnologia e voce no manual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reais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parece bom demais pra ser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verdade, deixa eu te mostrar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874520" cy="2194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automatizadas pelo SamurAI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286000"/>
            <a:ext cx="1874520" cy="2194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24688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834640" y="3291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questoes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3703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COPSOQ-II completo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286000"/>
            <a:ext cx="1874520" cy="2194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4688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dimensoes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3703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risco avaliadas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286000"/>
            <a:ext cx="1874520" cy="21945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46888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48+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7040880" y="32918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703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relatorio gerado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historia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 tambem ja estive no seu lugar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280160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Montando planilhas interminaveis, perdendo prazos, cobrando pouco por um trabalho enorme.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280160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Obstaculo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606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cliente quase levou multa por um relatorio com erro. Fazer manualmente nao era sustentavel.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280160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83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se a tecnologia pudesse fazer a parte repetitiva? Foi ai que surgiu o SamurAI.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1280160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605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4160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Atendo 10x mais empresas, gero relatorios em minutos e tenho certeza de conformidade.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jeito errado (Status Quo)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tudo em planilhas sem padronizacao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questionarios em papel e tabular na mao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ter controle de prazos de reavaliacao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relatorios inconsistentes entre clientes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Nao usar benchmark setorial para comparar resultados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voce faz pelo menos 2 dessas coisas...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eu vou mostrar agora muda tudo.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jeito certo: 10 fases automatizadas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Insira o CNPJ e o SamurAI conduz todo o processo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46304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148840" y="2103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46304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40480" y="2103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Avaliacao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146304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32120" y="2103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146304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6002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23760" y="2103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Acao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48840" y="310896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148840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148840" y="3749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0" y="310896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40480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840480" y="3749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Documentacao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32120" y="310896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32120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532120" y="3749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Certificacao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23760" y="3108960"/>
            <a:ext cx="1508760" cy="13716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223760" y="32461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223760" y="3749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DEMONSTRACAO AO VIVO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Vamos ver o SamurAI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 acao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92608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[AQUI: Compartilhar tela e mostrar a plataforma ao vivo.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Inserir um CNPJ real e demonstrar o processo completo.]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oportunidade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Plataforma SamurAI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a plataforma SamurAI (10 fases automatizadas)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Webinario de Onboarding ao vivo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Plantao de Duvidas semanal por 30 dias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 exclusiva de consultores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✓  </a:t>
            </a:r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de propostas comerciais prontos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768096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para os primeiros 50: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dias de plano Professional GRATIS (valor: R$ 597)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Planos que cabem no seu negocio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com 1 empresa gratis. Sem compromisso.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(CPF)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R$ 297/mes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empresas inclusas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R$ 97/adicional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SamurAI basico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Relatorios padrao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Exportacao PDF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4206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Suporte por email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1371600"/>
            <a:ext cx="2606040" cy="320040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188720"/>
            <a:ext cx="205740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1887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POPULAR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(CNPJ)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R$ 597/mes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566160" y="2651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empresas inclusas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R$ 79/adicional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3383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SamurAI completo (10 fases)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03320" y="36576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Propostas automaticas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03320" y="39319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Benchmark setorial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03320" y="4206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Suporte prioritario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13716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16002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(CNPJ)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0116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R$ 997/mes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0" y="2651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empresas inclusas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R$ 59/adicional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33832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Tudo do Professional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37960" y="365760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White-label (sua marca)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93192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API access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37960" y="42062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Suporte dedicado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6400800" cy="34747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914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 DE 7 DIAS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Risco Zero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a plataforma com ate 3 empresas.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nao ficar satisfeito em 7 dias, devolvemos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do valor. Sem perguntas.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 disso: 1 empresa gratis para sempre.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cartao de credito. Sem limite de tempo.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Voce tem 3 opcoes agora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 caminho voce vai escolher?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606040" cy="2377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Continuar gastando semanas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planilhas e processos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606040" cy="2377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9202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Fazer sozinho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28803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Tentar construir algo por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propria. Mais tempo,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energia, mais risco.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606040" cy="23774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202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agora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28803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sua primeira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GRATIS e ver o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SamurAI em acao.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4389120"/>
            <a:ext cx="457200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389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blackbeltconsultoria.com.br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Cadastre sua primeira empresa gratuitamente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blackbeltconsultoria.com.br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Honorato  |  contato@blackbeltconsultoria.com.br  |  @blackbeltconsultoriasst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Webinario - Automatize a NR-01 com IA</dc:title>
  <dc:subject>PptxGenJS Presentation</dc:subject>
  <dc:creator>Black Belt Consultoria</dc:creator>
  <cp:lastModifiedBy>Black Belt Consultoria</cp:lastModifiedBy>
  <cp:revision>1</cp:revision>
  <dcterms:created xsi:type="dcterms:W3CDTF">2026-03-20T01:54:45Z</dcterms:created>
  <dcterms:modified xsi:type="dcterms:W3CDTF">2026-03-20T01:54:45Z</dcterms:modified>
</cp:coreProperties>
</file>